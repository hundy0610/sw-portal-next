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60"/>
  </p:normalViewPr>
  <p:slideViewPr>
    <p:cSldViewPr snapToGrid="0">
      <p:cViewPr varScale="1">
        <p:scale>
          <a:sx n="91" d="100"/>
          <a:sy n="91" d="100"/>
        </p:scale>
        <p:origin x="37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B6234-5937-4486-BCA2-2B9126C27BE3}" type="datetimeFigureOut">
              <a:rPr lang="ko-KR" altLang="en-US" smtClean="0"/>
              <a:t>2026-05-08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64B12-4707-493F-8126-21868EF0E2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01504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B6234-5937-4486-BCA2-2B9126C27BE3}" type="datetimeFigureOut">
              <a:rPr lang="ko-KR" altLang="en-US" smtClean="0"/>
              <a:t>2026-05-08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64B12-4707-493F-8126-21868EF0E2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97544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B6234-5937-4486-BCA2-2B9126C27BE3}" type="datetimeFigureOut">
              <a:rPr lang="ko-KR" altLang="en-US" smtClean="0"/>
              <a:t>2026-05-08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64B12-4707-493F-8126-21868EF0E2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63596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B6234-5937-4486-BCA2-2B9126C27BE3}" type="datetimeFigureOut">
              <a:rPr lang="ko-KR" altLang="en-US" smtClean="0"/>
              <a:t>2026-05-08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64B12-4707-493F-8126-21868EF0E2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74684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B6234-5937-4486-BCA2-2B9126C27BE3}" type="datetimeFigureOut">
              <a:rPr lang="ko-KR" altLang="en-US" smtClean="0"/>
              <a:t>2026-05-08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64B12-4707-493F-8126-21868EF0E2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87753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B6234-5937-4486-BCA2-2B9126C27BE3}" type="datetimeFigureOut">
              <a:rPr lang="ko-KR" altLang="en-US" smtClean="0"/>
              <a:t>2026-05-08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64B12-4707-493F-8126-21868EF0E2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12591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B6234-5937-4486-BCA2-2B9126C27BE3}" type="datetimeFigureOut">
              <a:rPr lang="ko-KR" altLang="en-US" smtClean="0"/>
              <a:t>2026-05-08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64B12-4707-493F-8126-21868EF0E2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68873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B6234-5937-4486-BCA2-2B9126C27BE3}" type="datetimeFigureOut">
              <a:rPr lang="ko-KR" altLang="en-US" smtClean="0"/>
              <a:t>2026-05-08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64B12-4707-493F-8126-21868EF0E2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42971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B6234-5937-4486-BCA2-2B9126C27BE3}" type="datetimeFigureOut">
              <a:rPr lang="ko-KR" altLang="en-US" smtClean="0"/>
              <a:t>2026-05-08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64B12-4707-493F-8126-21868EF0E2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40388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B6234-5937-4486-BCA2-2B9126C27BE3}" type="datetimeFigureOut">
              <a:rPr lang="ko-KR" altLang="en-US" smtClean="0"/>
              <a:t>2026-05-08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64B12-4707-493F-8126-21868EF0E2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07370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B6234-5937-4486-BCA2-2B9126C27BE3}" type="datetimeFigureOut">
              <a:rPr lang="ko-KR" altLang="en-US" smtClean="0"/>
              <a:t>2026-05-08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64B12-4707-493F-8126-21868EF0E2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830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2B6234-5937-4486-BCA2-2B9126C27BE3}" type="datetimeFigureOut">
              <a:rPr lang="ko-KR" altLang="en-US" smtClean="0"/>
              <a:t>2026-05-08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C64B12-4707-493F-8126-21868EF0E2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82396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1325966"/>
            <a:ext cx="12192000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400" dirty="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발신 </a:t>
            </a:r>
            <a:r>
              <a:rPr lang="en-US" altLang="ko-KR" sz="4400" dirty="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: </a:t>
            </a:r>
            <a:r>
              <a:rPr lang="ko-KR" altLang="en-US" sz="4400" dirty="0" err="1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법인명</a:t>
            </a:r>
            <a:r>
              <a:rPr lang="ko-KR" altLang="en-US" sz="4400" dirty="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</a:t>
            </a:r>
            <a:r>
              <a:rPr lang="en-US" altLang="ko-KR" sz="4400" dirty="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/</a:t>
            </a:r>
            <a:r>
              <a:rPr lang="ko-KR" altLang="en-US" sz="4400" dirty="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</a:t>
            </a:r>
            <a:r>
              <a:rPr lang="ko-KR" altLang="en-US" sz="4400" dirty="0" err="1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팀명</a:t>
            </a:r>
            <a:r>
              <a:rPr lang="ko-KR" altLang="en-US" sz="4400" dirty="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</a:t>
            </a:r>
            <a:r>
              <a:rPr lang="en-US" altLang="ko-KR" sz="4400" dirty="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/ </a:t>
            </a:r>
            <a:r>
              <a:rPr lang="ko-KR" altLang="en-US" sz="4400" dirty="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사용자이름</a:t>
            </a:r>
            <a:endParaRPr lang="en-US" altLang="ko-KR" sz="4400" dirty="0" smtClean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r>
              <a:rPr lang="ko-KR" altLang="en-US" sz="4400" dirty="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수신 </a:t>
            </a:r>
            <a:r>
              <a:rPr lang="en-US" altLang="ko-KR" sz="4400" dirty="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: </a:t>
            </a:r>
            <a:r>
              <a:rPr lang="ko-KR" altLang="en-US" sz="4400" dirty="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신관 </a:t>
            </a:r>
            <a:r>
              <a:rPr lang="en-US" altLang="ko-KR" sz="4400" dirty="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4F</a:t>
            </a:r>
            <a:r>
              <a:rPr lang="ko-KR" altLang="en-US" sz="4400" dirty="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</a:t>
            </a:r>
            <a:r>
              <a:rPr lang="en-US" altLang="ko-KR" sz="4400" dirty="0" err="1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idsTrust</a:t>
            </a:r>
            <a:r>
              <a:rPr lang="en-US" altLang="ko-KR" sz="4400" dirty="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</a:t>
            </a:r>
            <a:r>
              <a:rPr lang="ko-KR" altLang="en-US" sz="4400" dirty="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자산관리파트</a:t>
            </a:r>
            <a:endParaRPr lang="en-US" altLang="ko-KR" sz="4400" dirty="0" smtClean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endParaRPr lang="en-US" altLang="ko-KR" sz="4400" dirty="0" smtClean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r>
              <a:rPr lang="ko-KR" altLang="en-US" sz="4400" dirty="0" err="1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자산반납</a:t>
            </a:r>
            <a:endParaRPr lang="en-US" altLang="ko-KR" sz="4400" dirty="0" smtClean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r>
              <a:rPr lang="en-US" altLang="ko-KR" sz="4400" dirty="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[</a:t>
            </a:r>
            <a:r>
              <a:rPr lang="ko-KR" altLang="en-US" sz="4400" dirty="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사용자 </a:t>
            </a:r>
            <a:r>
              <a:rPr lang="en-US" altLang="ko-KR" sz="4400" dirty="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: OOO / </a:t>
            </a:r>
            <a:r>
              <a:rPr lang="ko-KR" altLang="en-US" sz="4400" dirty="0" err="1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자산번호</a:t>
            </a:r>
            <a:r>
              <a:rPr lang="ko-KR" altLang="en-US" sz="4400" dirty="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</a:t>
            </a:r>
            <a:r>
              <a:rPr lang="en-US" altLang="ko-KR" sz="4400" dirty="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0000-00000]</a:t>
            </a:r>
          </a:p>
          <a:p>
            <a:endParaRPr lang="en-US" altLang="ko-KR" sz="44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r>
              <a:rPr lang="ko-KR" altLang="en-US" sz="4400" dirty="0" err="1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수리요청</a:t>
            </a:r>
            <a:endParaRPr lang="en-US" altLang="ko-KR" sz="44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r>
              <a:rPr lang="en-US" altLang="ko-KR" sz="44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[</a:t>
            </a:r>
            <a:r>
              <a:rPr lang="ko-KR" altLang="en-US" sz="44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증상 </a:t>
            </a:r>
            <a:r>
              <a:rPr lang="en-US" altLang="ko-KR" sz="44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: </a:t>
            </a:r>
            <a:r>
              <a:rPr lang="ko-KR" altLang="en-US" sz="44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상태와 증상을 간략히 기재하세요</a:t>
            </a:r>
            <a:r>
              <a:rPr lang="en-US" altLang="ko-KR" sz="4400" dirty="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.]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835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dirty="0" smtClean="0">
                <a:solidFill>
                  <a:srgbClr val="FF0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※ </a:t>
            </a:r>
            <a:r>
              <a:rPr lang="ko-KR" altLang="en-US" sz="3600" dirty="0" smtClean="0">
                <a:solidFill>
                  <a:srgbClr val="FF0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취급 주의 </a:t>
            </a:r>
            <a:r>
              <a:rPr lang="en-US" altLang="ko-KR" sz="3600" dirty="0" smtClean="0">
                <a:solidFill>
                  <a:srgbClr val="FF0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※</a:t>
            </a:r>
            <a:r>
              <a:rPr lang="ko-KR" altLang="en-US" sz="3600" dirty="0" smtClean="0">
                <a:solidFill>
                  <a:srgbClr val="FF0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</a:t>
            </a:r>
            <a:r>
              <a:rPr lang="en-US" altLang="ko-KR" sz="3600" dirty="0" smtClean="0">
                <a:solidFill>
                  <a:srgbClr val="FF0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PC/OA </a:t>
            </a:r>
            <a:r>
              <a:rPr lang="ko-KR" altLang="en-US" sz="3600" dirty="0" smtClean="0">
                <a:solidFill>
                  <a:srgbClr val="FF0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제품이 있어 파손의 위험이 있습니다</a:t>
            </a:r>
            <a:r>
              <a:rPr lang="en-US" altLang="ko-KR" sz="3600" dirty="0" smtClean="0">
                <a:solidFill>
                  <a:srgbClr val="FF0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.</a:t>
            </a:r>
            <a:endParaRPr lang="ko-KR" altLang="en-US" sz="3600" dirty="0">
              <a:solidFill>
                <a:srgbClr val="FF0000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238713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42</Words>
  <Application>Microsoft Office PowerPoint</Application>
  <PresentationFormat>와이드스크린</PresentationFormat>
  <Paragraphs>9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나눔고딕 ExtraBold</vt:lpstr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7</cp:revision>
  <cp:lastPrinted>2026-05-07T00:45:59Z</cp:lastPrinted>
  <dcterms:created xsi:type="dcterms:W3CDTF">2026-05-06T08:10:15Z</dcterms:created>
  <dcterms:modified xsi:type="dcterms:W3CDTF">2026-05-08T05:37:40Z</dcterms:modified>
</cp:coreProperties>
</file>